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21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Zapit as an enterprise file transfer solution. Emphasize speed, encryption, and simplicity.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pain points customers face with legacy file transfer tools. Ask the audience: how much does your current tool cost? How long did it take to install?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four key numbers. 132 MB/s sustained, 2-minute transfer for 15 GB, 5-minute install, zero annual cost. These numbers are tested and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architecture. Two channels: SSH for control (authentication, key exchange), UDP for data (encrypted, paced). Four steps: authenticate, exchange key, send encrypted, verify and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SPRINT+ modes. AIMD is default and safe for any network. SPRINT+ adds RTT monitoring for smoother performance. Dedicated mode holds a target rate on known-capacity links. The algorithm is published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a key differentiator. AES-256-GCM on every byte, FIPS 140-3 certified, per-transfer keys in memory only, full audit trail. This meets bank and government security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enterprise features. Job management for operators, resilience for reliability, operations for simplicity, deployment for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simplicity. Three steps to go from zero to transferring files. 5 MB RPM, no dependencies. Compare with Aspera's multi-day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benchmark numbers. 132 MB/s sustained with zero retransmissions. All modes achieve identical speed. Transfer times scale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comparison table row by row. Highlight the green values in the Zapit column. Same speed, fraction of the cost, simpler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7-step pipeline. Emphasize single-pass efficiency. Explain the source file stability check — prevents transferring files that are being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Stop talking. Start the transfer. Let them watch 132 MB/s happening live. The speed sells itself. Show zapit list updating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Recap all key points. End with the tagline. Ask: any questions? Ready for a POC?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</a:rPr>
              <a:t>⚡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Zapit AI Assistant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retrieval-grounded chatbot that answers installation, configuration, and troubleshooting questions about the Zapit file-transfer application.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Assistant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Zapit documentation only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6AB107-AF7B-BE90-B974-5A9E02BFEBD3}"/>
              </a:ext>
            </a:extLst>
          </p:cNvPr>
          <p:cNvSpPr txBox="1"/>
          <p:nvPr/>
        </p:nvSpPr>
        <p:spPr>
          <a:xfrm>
            <a:off x="347872" y="5303520"/>
            <a:ext cx="29042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Presenters:  </a:t>
            </a:r>
            <a:b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</a:t>
            </a:r>
            <a:r>
              <a:rPr lang="en-US" sz="140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sharan</a:t>
            </a: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Neerumalla</a:t>
            </a:r>
            <a:b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Sravan Kumar </a:t>
            </a:r>
            <a:r>
              <a:rPr lang="en-US" sz="140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Pendota</a:t>
            </a:r>
            <a:b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Naresh </a:t>
            </a:r>
            <a:r>
              <a:rPr lang="en-US" sz="140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</a:t>
            </a: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Narella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Documentation, answered — not searched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pointing engineers at a PDF, the assistant reads a question, finds the exact passages that answer it, and replies with the source cited.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072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commands, error codes, transfer modes, security &amp; encryption, troubleshooting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508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won't 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8072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Guess. A relevance guard blocks the LLM entirely on out-of-scope questions.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docs live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817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data/documents/*.md, *.txt, *.pdf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1148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5508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answers come from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6817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→ rerank → LLM, with sources attached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docs to a grounded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indexed once offline; questions are answered live.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EE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47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documentation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947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TXT, Markdown, and PDF files read from disk.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4692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modules/loader.py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1092708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25968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EE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511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text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5511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character splitting — 600 chars, 100 overlap.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2596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modules/splitter.py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1092708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EE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index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or Gemini embeddings, stored in a local FAISS index.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modules/embedder.py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1092708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" y="38039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EE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58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37581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 fused with BM25 keyword search.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modules/retriever.py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352544"/>
            <a:ext cx="1092708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" y="44074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EE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4361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&amp; guard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4361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reorders results; score threshold blocks off-topic Qs.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4407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modules/reranker.py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956048"/>
            <a:ext cx="1092708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40080" y="5010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EE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4965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memory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4965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responds using reranked context plus the last N chat turns.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646920" y="5010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rag_chain.py + memory.py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5724144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CEFF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8680" y="572414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run once via ingest.py (re-run only when documents change). Steps 4–6 run on every question inside app.py.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91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fusion of FAISS semantic results and BM25 keyword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28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50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791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 reorders candidates before the LLM sees them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828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350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guard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6791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Raw-score threshold skips the LLM entirely for out-of-scope questions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840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61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90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of the last N turns, configurable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6118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840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361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690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lists the exact document(s) it drew from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6118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3840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361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690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banner, chat history, sources panel, one-click clear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&amp; project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9397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98648" y="1691640"/>
            <a:ext cx="170535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98648" y="1691640"/>
            <a:ext cx="1705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store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58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search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87752" y="2258568"/>
            <a:ext cx="209397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7752" y="225856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reranking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25496"/>
            <a:ext cx="279349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25496"/>
            <a:ext cx="27934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Gemini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+ embeddings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98164" y="2825496"/>
            <a:ext cx="123901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8164" y="2825496"/>
            <a:ext cx="1239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9242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 </a:t>
            </a:r>
            <a:r>
              <a:rPr lang="en-US" sz="900" dirty="0">
                <a:solidFill>
                  <a:srgbClr val="5B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loading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6110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except the LLM / embedding calls — no external database or hosted vector service required.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169164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01B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196596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Zapit-AI-Assistant/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# Streamlit UI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ingest.py          # build the index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config.yaml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.env          # API keys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data/documents/    # source docs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loader.py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splitter.py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embedder.py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retriever.py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reranker.py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memory.py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rag_chain.py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vectorstores/      # FAISS index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—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clone to running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EF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activate a virtual 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554480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101B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23560" y="15544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59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359152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101B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23560" y="235915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EF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63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API key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3163824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101B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23560" y="316382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"OPENAI_API_KEY=sk-..." &gt; config/.env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056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EF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68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provider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94960" y="3968496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101B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23560" y="39684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config/config.yaml → llm.provider: openai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10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EFF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7731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vector index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94960" y="4773168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101B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23560" y="47731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ingest.py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715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EFF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94960" y="5577840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101B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623560" y="55778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Day-to-day use, and when it breaks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E7F3EC"/>
          </a:solidFill>
          <a:ln w="12700">
            <a:solidFill>
              <a:srgbClr val="2F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56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come back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venv: source .venv/bin/activate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443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44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streamlit run app.py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112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112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printed local URL (default localhost:8501)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782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0782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re-run ingest.py unless documents changed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asking: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2120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install Zapit on a fresh server?”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error ZAPIT-2007 mean?”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resume a failed transfer?”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F27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doesn't work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134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“streamlit: command not recognized”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5877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isn't activated — activate it again.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880360"/>
            <a:ext cx="50749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9352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ModuleNotFoundError: langchain...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095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pip install -r requirements.txt.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502152"/>
            <a:ext cx="50749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5570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documents found”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8313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files to data/documents/, re-run ingest.py.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123944"/>
            <a:ext cx="50749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41788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unrelated docs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4531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vectorstores/, re-run ingest.py.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745736"/>
            <a:ext cx="50749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4800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“OPENAI_API_KEY not found”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5074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config/.env has a valid, unquoted key.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5367528"/>
            <a:ext cx="50749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54223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 already in use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56967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--server.port 8502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2192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75360" y="29260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Encrypted File Transfer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3901440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data. Full speed. Every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75360" y="5852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EAD21E-ECDA-1C55-E0B4-C0083BAEE80B}"/>
              </a:ext>
            </a:extLst>
          </p:cNvPr>
          <p:cNvSpPr/>
          <p:nvPr/>
        </p:nvSpPr>
        <p:spPr>
          <a:xfrm>
            <a:off x="873760" y="4693920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Presenters:  </a:t>
            </a:r>
            <a:b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sharan</a:t>
            </a: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Neerumalla</a:t>
            </a:r>
            <a:b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Sravan Kumar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Pendota</a:t>
            </a:r>
            <a:b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Naresh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</a:t>
            </a: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Narella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600" y="1828800"/>
            <a:ext cx="5120640" cy="1828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3440" y="201168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Expensive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3440" y="2621280"/>
            <a:ext cx="4632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tools cost $50K–$200K per year in licensing fees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120640" cy="1828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61760" y="201168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Complex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61760" y="2621280"/>
            <a:ext cx="4632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install. Dozens of dependencies. Training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600" y="4023360"/>
            <a:ext cx="5120640" cy="1828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3440" y="420624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🐌  Slow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3440" y="4815840"/>
            <a:ext cx="4632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TCP-based transfers can't fill high-speed network links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023360"/>
            <a:ext cx="5120640" cy="1828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1760" y="420624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Locked 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61760" y="4815840"/>
            <a:ext cx="4632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ecosystems. Switching costs keep you trapped.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7680" y="1828800"/>
            <a:ext cx="2560320" cy="268224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87680" y="2072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87680" y="30480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MB/s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7680" y="365760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throughput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3760" y="1828800"/>
            <a:ext cx="2560320" cy="268224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3760" y="2072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13760" y="30480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3760" y="365760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GB transfer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39840" y="1828800"/>
            <a:ext cx="2560320" cy="268224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9840" y="2072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39840" y="30480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39840" y="365760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time (one RPM)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65920" y="1828800"/>
            <a:ext cx="2560320" cy="268224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65920" y="2072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265920" y="30480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65920" y="365760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5360" y="5120640"/>
            <a:ext cx="10241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encrypted  •  FIPS 140-3 certified  •  Zero dependencies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600" y="2194560"/>
            <a:ext cx="3048000" cy="24384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2316480"/>
            <a:ext cx="30480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(Sender)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280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 submit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--src file.bin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--node SERVER_B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534400" y="2194560"/>
            <a:ext cx="3048000" cy="24384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8534400" y="2316480"/>
            <a:ext cx="30480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(Receiver)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56320" y="3291840"/>
            <a:ext cx="280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2222 + 9000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79520" y="2682240"/>
            <a:ext cx="4632960" cy="0"/>
          </a:xfrm>
          <a:prstGeom prst="line">
            <a:avLst/>
          </a:prstGeom>
          <a:noFill/>
          <a:ln w="25400">
            <a:solidFill>
              <a:srgbClr val="F4A02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023360" y="1950720"/>
            <a:ext cx="4145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Control Channel (TCP 2222)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• Key Exchange • ACKs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79520" y="4023360"/>
            <a:ext cx="463296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4145280"/>
            <a:ext cx="4145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Data Channel (UDP 9000)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• SPRINT+ Pacing • 132 MB/s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5120640"/>
            <a:ext cx="2682240" cy="12192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5242560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Authenticate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(SSH + ED25519)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52800" y="5120640"/>
            <a:ext cx="2682240" cy="12192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3352800" y="5242560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Exchange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(AES-256, memory only)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39840" y="5120640"/>
            <a:ext cx="2682240" cy="12192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39840" y="5242560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Send Encrypted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(UDP, SPRINT+ paced)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5120640"/>
            <a:ext cx="2682240" cy="12192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5242560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Verify &amp; Commit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(GCM auth tag + fsync)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SPRINT+ Congestion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Pacing  •  Reactive Increase  •  Network-aware Tuning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7680" y="1950720"/>
            <a:ext cx="353568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950720"/>
            <a:ext cx="3535680" cy="731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87680" y="1975104"/>
            <a:ext cx="3535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7680" y="237744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48000"/>
            <a:ext cx="304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mode for unknown networks.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gradually, reduces on loss.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any environment.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50720"/>
            <a:ext cx="353568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4A023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950720"/>
            <a:ext cx="3535680" cy="731520"/>
          </a:xfrm>
          <a:prstGeom prst="rect">
            <a:avLst/>
          </a:prstGeom>
          <a:solidFill>
            <a:srgbClr val="F4A02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75104"/>
            <a:ext cx="3535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237744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2960" y="3048000"/>
            <a:ext cx="304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RTT monitoring detects congestion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packet loss occurs.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reduction for smooth throughput.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90560" y="1950720"/>
            <a:ext cx="353568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0560" y="1950720"/>
            <a:ext cx="353568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75104"/>
            <a:ext cx="3535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90560" y="237744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34400" y="3048000"/>
            <a:ext cx="304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specified speed on known links.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Auto-falls back on congestion.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Auto-returns when path clears.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5360" y="5974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Published, auditable algorithm — available as a research paper with DOI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70688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182880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3164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on every chunk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140-3 certified module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AES-NI accelerated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Per-transfer key (memory only)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70688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6461760" y="182880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1760" y="23164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SSH key pairs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keys per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key verification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passwords — keys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02336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41452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" y="463296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GCM auth tag per chunk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Tampered data auto-rejected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SHA-256 full-file verify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checksum (single pass)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402336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760" y="41452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1760" y="463296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transfer logged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what, when, speed, checksum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compliance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algorithm (DOI)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58496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0960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19456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Submit, cancel, hold, release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failed transfers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all failed (one command)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completed jobs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58496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6176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1760" y="219456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Manifest-based resume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retransmission of completed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 stability check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Post-transfer modification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90144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9600" y="402336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" y="451104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service (auto-start)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ZAPIT_HOME directory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ports (SSH + UDP)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concurrent transfer limits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901440"/>
            <a:ext cx="5486400" cy="201168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1760" y="402336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1760" y="451104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RPM — 5 MB package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Linux glibc 2.17+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install to first transfer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Transfer in 3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06880"/>
            <a:ext cx="853440" cy="853440"/>
          </a:xfrm>
          <a:prstGeom prst="ellipse">
            <a:avLst/>
          </a:prstGeom>
          <a:solidFill>
            <a:srgbClr val="F4A02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67840"/>
            <a:ext cx="85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950720" y="170688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89120" y="1706880"/>
            <a:ext cx="5486400" cy="85344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0" y="176784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rpm -ivh zapit-4.4.rpm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19360" y="170688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853440" cy="853440"/>
          </a:xfrm>
          <a:prstGeom prst="ellipse">
            <a:avLst/>
          </a:prstGeom>
          <a:solidFill>
            <a:srgbClr val="F4A02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52800"/>
            <a:ext cx="85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50720" y="32918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89120" y="3291840"/>
            <a:ext cx="5486400" cy="85344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632960" y="335280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nodes.conf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SSH key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19360" y="329184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876800"/>
            <a:ext cx="853440" cy="853440"/>
          </a:xfrm>
          <a:prstGeom prst="ellipse">
            <a:avLst/>
          </a:prstGeom>
          <a:solidFill>
            <a:srgbClr val="F4A02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37760"/>
            <a:ext cx="85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50720" y="487680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89120" y="4876800"/>
            <a:ext cx="5486400" cy="85344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4632960" y="493776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 submit --src file.bin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--dest /data/file.bin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--node SERVER_B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--remote-user svc_zapit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19360" y="487680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5360" y="5852160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MB package  •  Zero dependencies  •  No Java  •  No Node.js  •  No runtime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600" y="1584960"/>
            <a:ext cx="5120640" cy="341376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1706880"/>
            <a:ext cx="4632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316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13760" y="2316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18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Time: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13760" y="2718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2 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21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3760" y="3121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MB/s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523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3760" y="3523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925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3760" y="3925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28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3760" y="4328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39840" y="1584960"/>
            <a:ext cx="5242560" cy="341376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70688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Transfer Times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7520" y="237744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22080" y="237744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seconds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27520" y="2840736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22080" y="284073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 18 sec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27520" y="3304032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22080" y="330403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7520" y="3767328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GB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22080" y="3767328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 6 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27520" y="4230624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22080" y="423062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12 min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5360" y="5364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AWS c5.xlarge  •  gp3 EBS  •  10 Gbps  •  0.1ms RTT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365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Zapit?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53440" y="1219200"/>
            <a:ext cx="3048000" cy="487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121920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01440" y="1219200"/>
            <a:ext cx="3657600" cy="487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3901440" y="121920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Tools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59040" y="1219200"/>
            <a:ext cx="3657600" cy="487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7559040" y="121920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3440" y="1706880"/>
            <a:ext cx="30480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440" y="1706880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01440" y="1706880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1440" y="170688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59040" y="1706880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9040" y="170688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3440" y="2170176"/>
            <a:ext cx="30480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440" y="2170176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01440" y="2170176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1440" y="2170176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MB – 1 GB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59040" y="2170176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9040" y="2170176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3440" y="2633472"/>
            <a:ext cx="30480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440" y="2633472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01440" y="2633472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1440" y="2633472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Node.js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59040" y="2633472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9040" y="2633472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3440" y="3096768"/>
            <a:ext cx="30480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440" y="309676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license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01440" y="3096768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01440" y="3096768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– $200K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59040" y="3096768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9040" y="3096768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(perpetual)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3440" y="3560064"/>
            <a:ext cx="30480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3440" y="3560064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speed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01440" y="3560064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01440" y="356006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~130 MB/s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59040" y="3560064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9040" y="356006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MB/s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3440" y="4023360"/>
            <a:ext cx="30480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440" y="4023360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01440" y="4023360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01440" y="402336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AES-128/256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59040" y="4023360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59040" y="402336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3440" y="4486656"/>
            <a:ext cx="30480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3440" y="4486656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compliance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01440" y="4486656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1440" y="4486656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559040" y="4486656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59040" y="4486656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3440" y="4949952"/>
            <a:ext cx="30480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3440" y="4949952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transfers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901440" y="4949952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01440" y="4949952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559040" y="4949952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59040" y="4949952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53440" y="5413248"/>
            <a:ext cx="30480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3440" y="54132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901440" y="5413248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1440" y="5413248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559040" y="5413248"/>
            <a:ext cx="3657600" cy="46329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9040" y="5413248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(DOI)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53440" y="5876544"/>
            <a:ext cx="30480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3440" y="5876544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901440" y="5876544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01440" y="587654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559040" y="5876544"/>
            <a:ext cx="36576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59040" y="587654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365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43840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243840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3840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read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2072640"/>
            <a:ext cx="365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6336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1926336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6336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(free)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28416" y="2072640"/>
            <a:ext cx="365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08832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F4A023"/>
          </a:solidFill>
          <a:ln/>
        </p:spPr>
      </p:sp>
      <p:sp>
        <p:nvSpPr>
          <p:cNvPr id="12" name="Text 10"/>
          <p:cNvSpPr/>
          <p:nvPr/>
        </p:nvSpPr>
        <p:spPr>
          <a:xfrm>
            <a:off x="3608832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8832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AES-NI hardware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10912" y="2072640"/>
            <a:ext cx="365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91328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5291328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91328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~730 UDP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packets/chunk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93408" y="2072640"/>
            <a:ext cx="365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73824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6973824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73824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Timer-paced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96K pkts/sec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75904" y="2072640"/>
            <a:ext cx="365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56320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8656320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56320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GCM auth tag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chunk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0" y="2072640"/>
            <a:ext cx="365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338816" y="1463040"/>
            <a:ext cx="1463040" cy="2194560"/>
          </a:xfrm>
          <a:prstGeom prst="roundRect">
            <a:avLst>
              <a:gd name="adj" fmla="val 6667"/>
            </a:avLst>
          </a:prstGeom>
          <a:solidFill>
            <a:srgbClr val="34495E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8816" y="158496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38816" y="2255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commit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fsync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5360" y="4023360"/>
            <a:ext cx="10241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pass: Read → Hash → Encrypt in one operation. No second file read.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9600" y="46329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GB = 15,360 chunks   •   ~11.2 million UDP fragments   •   3,000 MB/s encryption throughput (AES-NI)   •   132 MB/s sustained (disk-limited)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9600" y="5242560"/>
            <a:ext cx="10972800" cy="109728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853440" y="530352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 Stability Check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3440" y="573024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Pre-transfer: stat file, wait 2 seconds, stat again. If changed → reject.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Post-transfer: verify source was not modified during transfer. If changed → fail.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975360"/>
            <a:ext cx="102412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75360" y="2438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transfer 15 GB right now.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8534400" cy="2194560"/>
          </a:xfrm>
          <a:prstGeom prst="roundRect">
            <a:avLst>
              <a:gd name="adj" fmla="val 5556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2072640" y="3779520"/>
            <a:ext cx="80467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zapit submit --src testfile_15gb.bin --dest /data/test.bin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--node SERVER_B --remote-user ec2-user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--congestion sprint --target-rate 500m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watch -n 1 zapit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ZAPIT-20260614-00001  RUNNING  67.3%  10329/15360  testfile_15gb.bin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2838995"/>
            <a:ext cx="10241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2085</Words>
  <Application>Microsoft Office PowerPoint</Application>
  <PresentationFormat>Widescreen</PresentationFormat>
  <Paragraphs>409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Zapit AI Assistant</dc:title>
  <dc:subject>PptxGenJS Presentation</dc:subject>
  <dc:creator>Zapit AI Assistant</dc:creator>
  <cp:lastModifiedBy>soy</cp:lastModifiedBy>
  <cp:revision>2</cp:revision>
  <dcterms:created xsi:type="dcterms:W3CDTF">2026-09-09T02:13:51Z</dcterms:created>
  <dcterms:modified xsi:type="dcterms:W3CDTF">2026-09-09T02:23:35Z</dcterms:modified>
</cp:coreProperties>
</file>